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ULTRON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HeyItsRocky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size: 3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ULTRON (Unified Law Enforcement Threat Response &amp; Optimization Nexus) is an AI-driven crime analytics platform for the Karnataka State Police SCRB. It unifies crime, cyber, maps, network and intel modules behind one command center. 8 ML models (DBSCAN hotspots, Random Forest risk, Isolation Forest anomalies, Jaccard MO match, IP reputation, phishing LR, flow anomaly, attack-path BFS) run in Catalyst Functions and surface live KPIs, red-zone alerts and natural-language chat (English/Kannada). Frontend: React + Vite + Tailwind. Backend: Catalyst Advanced IO functions + Data Store (ZCQL). Works against local Flask/SQLite fallback when cloud login is unavailable.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Login / JWT auth with role permissions (viewer/analyst/officer/admin)</a:t>
            </a:r>
          </a:p>
          <a:p>
            <a:r>
              <a:t>• Command Center with live KPIs + 4-ring radial navigation</a:t>
            </a:r>
          </a:p>
          <a:p>
            <a:r>
              <a:t>• Crime: cases, criminals, trends, hotspots, MO-match, predictive zones</a:t>
            </a:r>
          </a:p>
          <a:p>
            <a:r>
              <a:t>• Cyber: incidents, IP/domain intel, evidence, network flows, fraud analytics</a:t>
            </a:r>
          </a:p>
          <a:p>
            <a:r>
              <a:t>• Maps: DBSCAN hotspots, red zones, district drill-down, patrol/geofence</a:t>
            </a:r>
          </a:p>
          <a:p>
            <a:r>
              <a:t>• Network &amp; Link Analysis: crime/cyber/correlation graphs</a:t>
            </a:r>
          </a:p>
          <a:p>
            <a:r>
              <a:t>• Intel Hub: briefs, emerging trends, socio-economic overlays, graph workspace</a:t>
            </a:r>
          </a:p>
          <a:p>
            <a:r>
              <a:t>• Admin: users, roles, audit logs, data ingestion, system health</a:t>
            </a:r>
          </a:p>
          <a:p>
            <a:r>
              <a:t>• Conversational AI (POST /chat/query) — EN + Kannada (backend ready)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  <p:sp>
        <p:nvSpPr>
          <p:cNvPr id="97" name="TextBox 96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Frontend: React 19, TypeScript, Vite, Tailwind CSS, TanStack Query, Recharts, Framer Motion, Zustand</a:t>
            </a:r>
          </a:p>
          <a:p>
            <a:r>
              <a:t>Backend: Python 3.13 Catalyst Advanced IO, Flask request adapter, ZCQL, scikit-learn, numpy, scipy</a:t>
            </a:r>
          </a:p>
          <a:p>
            <a:r>
              <a:t>Local fallback: Flask + SQLite (scripts/local_api.py) when Catalyst OAuth unavailable</a:t>
            </a:r>
          </a:p>
          <a:p>
            <a:r>
              <a:t>Auth: HS256 JWT (stdlib hmac) locally; Catalyst Embedded Login in production</a:t>
            </a:r>
          </a:p>
          <a:p>
            <a:r>
              <a:t>Data: 8 flat + 26 normalized Data Store tables; seed scripts + mock JSON for offline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  <p:sp>
        <p:nvSpPr>
          <p:cNvPr id="103" name="TextBox 10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Catalyst Advanced IO Function (unified API router)</a:t>
            </a:r>
          </a:p>
          <a:p>
            <a:r>
              <a:t>• Catalyst Data Store (ZCQL) — Crimes, Criminals, Threats, Users, AuditLogs, …</a:t>
            </a:r>
          </a:p>
          <a:p>
            <a:r>
              <a:t>• Catalyst Authentication (Embedded Login / OAuth — blocked this session, see BLOCKERS.md)</a:t>
            </a:r>
          </a:p>
          <a:p>
            <a:r>
              <a:t>• Catalyst Hosting (static SPA deploy) — after auth</a:t>
            </a:r>
          </a:p>
          <a:p>
            <a:r>
              <a:t>• Catalyst AI / QuickML (LLM + RAG) — env-driven, optional offline mode</a:t>
            </a:r>
          </a:p>
          <a:p>
            <a:r>
              <a:t>• Project: Hack2Skill (49084000000013049) · Gateway configured in catalyst-config.json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  <p:sp>
        <p:nvSpPr>
          <p:cNvPr id="127" name="TextBox 126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GitHub Public Repository: https://github.com/heyItsRocky/Datathon-2026-ULTRON</a:t>
            </a:r>
          </a:p>
          <a:p>
            <a:r>
              <a:t>Demo Video Link (3 Minute): &lt;pending — record after deploy&gt;</a:t>
            </a:r>
          </a:p>
          <a:p>
            <a:r>
              <a:t>Deployed Link (Catalyst/other): http://127.0.0.1:8787 (local API) · frontend http://localhost:5173</a:t>
            </a:r>
          </a:p>
          <a:p>
            <a:r>
              <a:t>Cloud URL after OAuth: https://ultron.ksp.catalystapps.com (SLATE_DOMAIN in config)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